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erriweather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6.xml"/><Relationship Id="rId22" Type="http://schemas.openxmlformats.org/officeDocument/2006/relationships/font" Target="fonts/DMSans-italic.fntdata"/><Relationship Id="rId10" Type="http://schemas.openxmlformats.org/officeDocument/2006/relationships/slide" Target="slides/slide5.xml"/><Relationship Id="rId21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7cf661481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7cf6614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7cf66148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7cf6614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7cf661481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7cf66148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7cf66148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7cf66148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7cf661481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7cf66148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7cf66148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7cf66148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7cf661481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7cf66148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7cf661481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7cf66148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7cf66148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7cf66148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387" r="397" t="0"/>
          <a:stretch/>
        </p:blipFill>
        <p:spPr>
          <a:xfrm>
            <a:off x="0" y="0"/>
            <a:ext cx="12192000" cy="68641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61350"/>
            <a:ext cx="11601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6" name="Google Shape;86;p13"/>
          <p:cNvSpPr txBox="1"/>
          <p:nvPr/>
        </p:nvSpPr>
        <p:spPr>
          <a:xfrm flipH="1" rot="467">
            <a:off x="571530" y="3268712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Sentinel-2 Multi-Temporal Analysis in North-East India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936652"/>
            <a:ext cx="11049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Milestone 3: End-to-End System Setup</a:t>
            </a:r>
            <a:endParaRPr sz="15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Group-5</a:t>
            </a:r>
            <a:endParaRPr sz="15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7" name="Google Shape;9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5050" y="0"/>
            <a:ext cx="126532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 title="diagram-export-3-18-2026-11_13_04-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1125" y="0"/>
            <a:ext cx="6777027" cy="577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Justification of Architecture Choice&#10;The selected architecture is well-suited for the problem due to the following reasons:&#10;• Siamese Structure Enables effective comparison between two temporal images, which is essential&#10;for change detection tasks.&#10;• U-Net Backbone Proven performance in segmentation tasks, especially with limited data.&#10;• ASPP Module Captures multi-scale contextual information, which is critical for detecting varying&#10;sizes of forest loss.&#10;• Skip Connections Preserve spatial details, improving segmentation accuracy.&#10;• Hybrid Loss Function Addresses class imbalance and improves segmentation quality.&#10;Overall, the architecture provides a balance between performance, interpretability, and computational effi-&#10;ciency, making it suitable for large-scale forest monitoring applications."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dd a Thank you slide"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